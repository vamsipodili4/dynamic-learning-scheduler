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225333" y="2337706"/>
            <a:ext cx="5824947" cy="1839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ID –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Problem Statement Title-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b="1" sz="2400">
                <a:latin typeface="Arial"/>
                <a:ea typeface="Arial"/>
                <a:cs typeface="Arial"/>
                <a:sym typeface="Arial"/>
              </a:defRPr>
            </a:pPr>
            <a:r>
              <a:t>Team Name (Registered on portal)</a:t>
            </a:r>
          </a:p>
        </p:txBody>
      </p:sp>
      <p:pic>
        <p:nvPicPr>
          <p:cNvPr id="10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sp>
        <p:nvSpPr>
          <p:cNvPr id="110" name="TextBox 5"/>
          <p:cNvSpPr txBox="1"/>
          <p:nvPr/>
        </p:nvSpPr>
        <p:spPr>
          <a:xfrm>
            <a:off x="233158" y="1089922"/>
            <a:ext cx="5034370" cy="486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457200" indent="-457200">
              <a:lnSpc>
                <a:spcPct val="200000"/>
              </a:lnSpc>
              <a:buSzPct val="100000"/>
              <a:buChar char="❖"/>
              <a:defRPr b="1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PROBLEM STATEMENT</a:t>
            </a:r>
          </a:p>
        </p:txBody>
      </p:sp>
      <p:pic>
        <p:nvPicPr>
          <p:cNvPr id="11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  <p:sp>
        <p:nvSpPr>
          <p:cNvPr id="114" name="TextBox 2"/>
          <p:cNvSpPr txBox="1"/>
          <p:nvPr/>
        </p:nvSpPr>
        <p:spPr>
          <a:xfrm>
            <a:off x="233158" y="1552163"/>
            <a:ext cx="7204028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85750" indent="-285750" algn="just">
              <a:lnSpc>
                <a:spcPct val="200000"/>
              </a:lnSpc>
              <a:buSzPct val="100000"/>
              <a:buChar char="▪"/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Describe your problem statement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sp>
        <p:nvSpPr>
          <p:cNvPr id="117" name="TextBox 5"/>
          <p:cNvSpPr txBox="1"/>
          <p:nvPr/>
        </p:nvSpPr>
        <p:spPr>
          <a:xfrm>
            <a:off x="311425" y="975436"/>
            <a:ext cx="10289083" cy="1287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just">
              <a:lnSpc>
                <a:spcPct val="200000"/>
              </a:lnSpc>
              <a:buSzPct val="100000"/>
              <a:buChar char="❖"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Challenge Statement</a:t>
            </a:r>
          </a:p>
          <a:p>
            <a:pPr marL="457200" indent="-457200" algn="just">
              <a:lnSpc>
                <a:spcPct val="200000"/>
              </a:lnSpc>
              <a:buSzPct val="100000"/>
              <a:buChar char="▪"/>
              <a:defRPr b="1" sz="2800">
                <a:latin typeface="Arial"/>
                <a:ea typeface="Arial"/>
                <a:cs typeface="Arial"/>
                <a:sym typeface="Arial"/>
              </a:defRPr>
            </a:pPr>
            <a:r>
              <a:t>Describe about the challenge you are trying to solve</a:t>
            </a:r>
          </a:p>
        </p:txBody>
      </p:sp>
      <p:pic>
        <p:nvPicPr>
          <p:cNvPr id="118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pic>
        <p:nvPicPr>
          <p:cNvPr id="123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  <p:sp>
        <p:nvSpPr>
          <p:cNvPr id="126" name="TextBox 2"/>
          <p:cNvSpPr txBox="1"/>
          <p:nvPr/>
        </p:nvSpPr>
        <p:spPr>
          <a:xfrm>
            <a:off x="358683" y="943068"/>
            <a:ext cx="3841026" cy="486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 algn="just">
              <a:lnSpc>
                <a:spcPct val="200000"/>
              </a:lnSpc>
              <a:buSzPct val="100000"/>
              <a:buChar char="❖"/>
              <a:defRPr b="1" sz="2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pic>
        <p:nvPicPr>
          <p:cNvPr id="129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  <p:sp>
        <p:nvSpPr>
          <p:cNvPr id="132" name="TextBox 2"/>
          <p:cNvSpPr txBox="1"/>
          <p:nvPr/>
        </p:nvSpPr>
        <p:spPr>
          <a:xfrm>
            <a:off x="176715" y="986611"/>
            <a:ext cx="4469308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 algn="just">
              <a:lnSpc>
                <a:spcPct val="200000"/>
              </a:lnSpc>
              <a:buSzPct val="100000"/>
              <a:buChar char="❖"/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Proposed Prototype link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GEEKSTORM</a:t>
            </a:r>
          </a:p>
        </p:txBody>
      </p:sp>
      <p:pic>
        <p:nvPicPr>
          <p:cNvPr id="13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73" b="32954"/>
          <a:stretch>
            <a:fillRect/>
          </a:stretch>
        </p:blipFill>
        <p:spPr>
          <a:xfrm>
            <a:off x="11136713" y="5884116"/>
            <a:ext cx="97274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296" y="0"/>
                </a:moveTo>
                <a:cubicBezTo>
                  <a:pt x="1473" y="0"/>
                  <a:pt x="0" y="1607"/>
                  <a:pt x="0" y="3595"/>
                </a:cubicBezTo>
                <a:lnTo>
                  <a:pt x="0" y="21600"/>
                </a:lnTo>
                <a:lnTo>
                  <a:pt x="18304" y="21600"/>
                </a:lnTo>
                <a:cubicBezTo>
                  <a:pt x="20127" y="21600"/>
                  <a:pt x="21600" y="19983"/>
                  <a:pt x="21600" y="17995"/>
                </a:cubicBezTo>
                <a:lnTo>
                  <a:pt x="21600" y="0"/>
                </a:lnTo>
                <a:lnTo>
                  <a:pt x="3296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  <p:sp>
        <p:nvSpPr>
          <p:cNvPr id="138" name="TextBox 2"/>
          <p:cNvSpPr txBox="1"/>
          <p:nvPr/>
        </p:nvSpPr>
        <p:spPr>
          <a:xfrm>
            <a:off x="225333" y="1080305"/>
            <a:ext cx="4660176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 algn="just">
              <a:lnSpc>
                <a:spcPct val="200000"/>
              </a:lnSpc>
              <a:buSzPct val="100000"/>
              <a:buChar char="❖"/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System Workflow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xfrm>
            <a:off x="3083378" y="101689"/>
            <a:ext cx="6330044" cy="9828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85724"/>
                </a:solidFill>
                <a:latin typeface="Arial Rounded MT Bold"/>
                <a:ea typeface="Arial Rounded MT Bold"/>
                <a:cs typeface="Arial Rounded MT Bold"/>
                <a:sym typeface="Arial Rounded MT Bold"/>
              </a:defRPr>
            </a:lvl1pPr>
          </a:lstStyle>
          <a:p>
            <a:pPr/>
            <a:r>
              <a:t>GEEK STORM</a:t>
            </a:r>
          </a:p>
        </p:txBody>
      </p:sp>
      <p:pic>
        <p:nvPicPr>
          <p:cNvPr id="14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rcRect l="0" t="18655" r="8282" b="23793"/>
          <a:stretch>
            <a:fillRect/>
          </a:stretch>
        </p:blipFill>
        <p:spPr>
          <a:xfrm>
            <a:off x="179613" y="106996"/>
            <a:ext cx="1301579" cy="6878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15608" y="82165"/>
            <a:ext cx="857251" cy="78377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TextBox 3"/>
          <p:cNvSpPr txBox="1"/>
          <p:nvPr/>
        </p:nvSpPr>
        <p:spPr>
          <a:xfrm>
            <a:off x="2320909" y="1084583"/>
            <a:ext cx="8319101" cy="60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IMPORTANT INSTRUCTIONS</a:t>
            </a:r>
          </a:p>
        </p:txBody>
      </p:sp>
      <p:sp>
        <p:nvSpPr>
          <p:cNvPr id="144" name="TextBox 4"/>
          <p:cNvSpPr txBox="1"/>
          <p:nvPr/>
        </p:nvSpPr>
        <p:spPr>
          <a:xfrm>
            <a:off x="1013823" y="1777694"/>
            <a:ext cx="9466217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90000"/>
              </a:lnSpc>
              <a:spcBef>
                <a:spcPts val="1000"/>
              </a:spcBef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Please ensure below pointers are met while submitting the Idea PPT :</a:t>
            </a:r>
          </a:p>
        </p:txBody>
      </p:sp>
      <p:sp>
        <p:nvSpPr>
          <p:cNvPr id="145" name="Round Diagonal Corner Rectangle 2"/>
          <p:cNvSpPr/>
          <p:nvPr/>
        </p:nvSpPr>
        <p:spPr>
          <a:xfrm>
            <a:off x="0" y="2538800"/>
            <a:ext cx="12192000" cy="4319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75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1029" y="21600"/>
                  <a:pt x="20325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571" y="0"/>
                  <a:pt x="1275" y="0"/>
                </a:cubicBezTo>
                <a:close/>
              </a:path>
            </a:pathLst>
          </a:custGeom>
          <a:solidFill>
            <a:srgbClr val="A9D18E"/>
          </a:solidFill>
          <a:ln w="381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6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rcRect l="12695" t="20542" r="13867" b="32954"/>
          <a:stretch>
            <a:fillRect/>
          </a:stretch>
        </p:blipFill>
        <p:spPr>
          <a:xfrm>
            <a:off x="11341117" y="5884116"/>
            <a:ext cx="850901" cy="8917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97" y="0"/>
                </a:moveTo>
                <a:cubicBezTo>
                  <a:pt x="1608" y="0"/>
                  <a:pt x="0" y="1535"/>
                  <a:pt x="0" y="3432"/>
                </a:cubicBezTo>
                <a:lnTo>
                  <a:pt x="0" y="21600"/>
                </a:lnTo>
                <a:lnTo>
                  <a:pt x="18003" y="21600"/>
                </a:lnTo>
                <a:cubicBezTo>
                  <a:pt x="19992" y="21600"/>
                  <a:pt x="21600" y="20065"/>
                  <a:pt x="21600" y="18168"/>
                </a:cubicBezTo>
                <a:lnTo>
                  <a:pt x="21600" y="0"/>
                </a:lnTo>
                <a:lnTo>
                  <a:pt x="3597" y="0"/>
                </a:lnTo>
                <a:close/>
              </a:path>
            </a:pathLst>
          </a:custGeom>
          <a:ln w="88900" cap="sq">
            <a:solidFill>
              <a:srgbClr val="FFFFFF"/>
            </a:solidFill>
            <a:miter/>
          </a:ln>
          <a:effectLst>
            <a:outerShdw sx="100000" sy="100000" kx="0" ky="0" algn="b" rotWithShape="0" blurRad="254000" dist="0" dir="0">
              <a:srgbClr val="000000">
                <a:alpha val="43000"/>
              </a:srgbClr>
            </a:outerShdw>
          </a:effectLst>
        </p:spPr>
      </p:pic>
      <p:sp>
        <p:nvSpPr>
          <p:cNvPr id="147" name="Google Shape;100;p3"/>
          <p:cNvSpPr txBox="1"/>
          <p:nvPr/>
        </p:nvSpPr>
        <p:spPr>
          <a:xfrm>
            <a:off x="472988" y="2927212"/>
            <a:ext cx="11673287" cy="2189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514350" indent="-514350" algn="just">
              <a:lnSpc>
                <a:spcPct val="90000"/>
              </a:lnSpc>
              <a:buClr>
                <a:srgbClr val="000000"/>
              </a:buClr>
              <a:buSzPct val="100000"/>
              <a:buAutoNum type="arabicPeriod" startAt="1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Kindly keep the maximum slides limit up to six </a:t>
            </a:r>
            <a:r>
              <a:rPr>
                <a:solidFill>
                  <a:srgbClr val="C00000"/>
                </a:solidFill>
              </a:rPr>
              <a:t>(6). </a:t>
            </a:r>
            <a:r>
              <a:t>( Including the title slide) </a:t>
            </a: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AutoNum type="arabicPeriod" startAt="1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Try to avoid paragraphs and post your idea in points /diagrams / Infographics /pictures </a:t>
            </a: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AutoNum type="arabicPeriod" startAt="1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Keep your explanation precise and easy to understand</a:t>
            </a:r>
          </a:p>
          <a:p>
            <a:pPr marL="514350" indent="-51435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AutoNum type="arabicPeriod" startAt="1"/>
              <a:defRPr b="1">
                <a:latin typeface="Arial"/>
                <a:ea typeface="Arial"/>
                <a:cs typeface="Arial"/>
                <a:sym typeface="Arial"/>
              </a:defRPr>
            </a:pPr>
            <a:r>
              <a:t>You can only use provided template for making the PPT</a:t>
            </a:r>
          </a:p>
          <a:p>
            <a:pPr marL="349884" indent="-185419" algn="just">
              <a:lnSpc>
                <a:spcPct val="90000"/>
              </a:lnSpc>
              <a:spcBef>
                <a:spcPts val="1000"/>
              </a:spcBef>
              <a:defRPr b="1">
                <a:latin typeface="Arial"/>
                <a:ea typeface="Arial"/>
                <a:cs typeface="Arial"/>
                <a:sym typeface="Arial"/>
              </a:defRPr>
            </a:pPr>
          </a:p>
          <a:p>
            <a:pPr algn="just">
              <a:lnSpc>
                <a:spcPct val="90000"/>
              </a:lnSpc>
              <a:spcBef>
                <a:spcPts val="1000"/>
              </a:spcBef>
              <a:defRPr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Note - You can delete this slide (Important Pointers) when you upload the details of your idea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